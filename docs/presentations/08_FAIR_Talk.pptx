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0" r:id="rId4"/>
    <p:sldId id="257" r:id="rId5"/>
    <p:sldId id="258" r:id="rId6"/>
    <p:sldId id="270" r:id="rId7"/>
    <p:sldId id="259" r:id="rId8"/>
    <p:sldId id="260" r:id="rId9"/>
    <p:sldId id="261" r:id="rId10"/>
    <p:sldId id="268" r:id="rId11"/>
    <p:sldId id="274" r:id="rId12"/>
    <p:sldId id="289" r:id="rId13"/>
    <p:sldId id="283" r:id="rId14"/>
    <p:sldId id="290" r:id="rId15"/>
    <p:sldId id="275" r:id="rId16"/>
    <p:sldId id="282" r:id="rId17"/>
    <p:sldId id="287" r:id="rId18"/>
    <p:sldId id="265" r:id="rId19"/>
    <p:sldId id="262" r:id="rId20"/>
    <p:sldId id="263" r:id="rId21"/>
    <p:sldId id="264" r:id="rId22"/>
    <p:sldId id="267" r:id="rId23"/>
    <p:sldId id="271" r:id="rId24"/>
    <p:sldId id="272" r:id="rId25"/>
    <p:sldId id="273" r:id="rId26"/>
    <p:sldId id="266" r:id="rId27"/>
    <p:sldId id="269" r:id="rId28"/>
    <p:sldId id="292" r:id="rId29"/>
    <p:sldId id="293" r:id="rId30"/>
    <p:sldId id="294" r:id="rId31"/>
    <p:sldId id="295" r:id="rId32"/>
    <p:sldId id="300" r:id="rId33"/>
    <p:sldId id="301" r:id="rId34"/>
    <p:sldId id="277" r:id="rId35"/>
    <p:sldId id="278" r:id="rId36"/>
    <p:sldId id="302" r:id="rId37"/>
    <p:sldId id="284" r:id="rId38"/>
    <p:sldId id="285" r:id="rId39"/>
    <p:sldId id="286" r:id="rId40"/>
    <p:sldId id="276" r:id="rId41"/>
    <p:sldId id="291" r:id="rId42"/>
    <p:sldId id="28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 Wheeler" userId="e5e0f7fb-23fb-4bfe-8b95-75f10fe5e04a" providerId="ADAL" clId="{D6252DEA-1924-41F7-B761-FCECD3B7794C}"/>
    <pc:docChg chg="undo custSel addSld delSld modSld sldOrd">
      <pc:chgData name="Ann Wheeler" userId="e5e0f7fb-23fb-4bfe-8b95-75f10fe5e04a" providerId="ADAL" clId="{D6252DEA-1924-41F7-B761-FCECD3B7794C}" dt="2026-10-07T12:17:10.221" v="438" actId="2696"/>
      <pc:docMkLst>
        <pc:docMk/>
      </pc:docMkLst>
      <pc:sldChg chg="modSp mod">
        <pc:chgData name="Ann Wheeler" userId="e5e0f7fb-23fb-4bfe-8b95-75f10fe5e04a" providerId="ADAL" clId="{D6252DEA-1924-41F7-B761-FCECD3B7794C}" dt="2026-10-01T11:43:04.521" v="139"/>
        <pc:sldMkLst>
          <pc:docMk/>
          <pc:sldMk cId="1919421277" sldId="256"/>
        </pc:sldMkLst>
        <pc:spChg chg="mod">
          <ac:chgData name="Ann Wheeler" userId="e5e0f7fb-23fb-4bfe-8b95-75f10fe5e04a" providerId="ADAL" clId="{D6252DEA-1924-41F7-B761-FCECD3B7794C}" dt="2026-10-01T11:43:04.521" v="139"/>
          <ac:spMkLst>
            <pc:docMk/>
            <pc:sldMk cId="1919421277" sldId="256"/>
            <ac:spMk id="2" creationId="{FAB9AFF6-E93E-A1FA-AA25-8024B57DB538}"/>
          </ac:spMkLst>
        </pc:spChg>
        <pc:spChg chg="mod">
          <ac:chgData name="Ann Wheeler" userId="e5e0f7fb-23fb-4bfe-8b95-75f10fe5e04a" providerId="ADAL" clId="{D6252DEA-1924-41F7-B761-FCECD3B7794C}" dt="2026-10-01T11:43:02.311" v="138" actId="27636"/>
          <ac:spMkLst>
            <pc:docMk/>
            <pc:sldMk cId="1919421277" sldId="256"/>
            <ac:spMk id="3" creationId="{2861EF3C-62FF-ECE4-A088-39C20C40FA92}"/>
          </ac:spMkLst>
        </pc:spChg>
      </pc:sldChg>
      <pc:sldChg chg="ord">
        <pc:chgData name="Ann Wheeler" userId="e5e0f7fb-23fb-4bfe-8b95-75f10fe5e04a" providerId="ADAL" clId="{D6252DEA-1924-41F7-B761-FCECD3B7794C}" dt="2026-10-01T11:59:29.722" v="234"/>
        <pc:sldMkLst>
          <pc:docMk/>
          <pc:sldMk cId="291571789" sldId="258"/>
        </pc:sldMkLst>
      </pc:sldChg>
      <pc:sldChg chg="addSp delSp modSp mod">
        <pc:chgData name="Ann Wheeler" userId="e5e0f7fb-23fb-4bfe-8b95-75f10fe5e04a" providerId="ADAL" clId="{D6252DEA-1924-41F7-B761-FCECD3B7794C}" dt="2026-10-01T11:45:19.807" v="149" actId="1076"/>
        <pc:sldMkLst>
          <pc:docMk/>
          <pc:sldMk cId="1770636981" sldId="262"/>
        </pc:sldMkLst>
        <pc:spChg chg="del">
          <ac:chgData name="Ann Wheeler" userId="e5e0f7fb-23fb-4bfe-8b95-75f10fe5e04a" providerId="ADAL" clId="{D6252DEA-1924-41F7-B761-FCECD3B7794C}" dt="2026-10-01T11:44:52.497" v="142" actId="478"/>
          <ac:spMkLst>
            <pc:docMk/>
            <pc:sldMk cId="1770636981" sldId="262"/>
            <ac:spMk id="2" creationId="{DD5CD0B5-BEC0-BDDD-219B-5018EB905384}"/>
          </ac:spMkLst>
        </pc:spChg>
        <pc:spChg chg="add del mod">
          <ac:chgData name="Ann Wheeler" userId="e5e0f7fb-23fb-4bfe-8b95-75f10fe5e04a" providerId="ADAL" clId="{D6252DEA-1924-41F7-B761-FCECD3B7794C}" dt="2026-10-01T11:45:18.743" v="148" actId="1076"/>
          <ac:spMkLst>
            <pc:docMk/>
            <pc:sldMk cId="1770636981" sldId="262"/>
            <ac:spMk id="4" creationId="{E195C3D4-F764-8024-5F79-0CE252293BA8}"/>
          </ac:spMkLst>
        </pc:spChg>
        <pc:picChg chg="mod">
          <ac:chgData name="Ann Wheeler" userId="e5e0f7fb-23fb-4bfe-8b95-75f10fe5e04a" providerId="ADAL" clId="{D6252DEA-1924-41F7-B761-FCECD3B7794C}" dt="2026-10-01T11:45:19.807" v="149" actId="1076"/>
          <ac:picMkLst>
            <pc:docMk/>
            <pc:sldMk cId="1770636981" sldId="262"/>
            <ac:picMk id="5" creationId="{6CEC057F-5B8C-685A-49C3-236142176175}"/>
          </ac:picMkLst>
        </pc:picChg>
      </pc:sldChg>
      <pc:sldChg chg="ord">
        <pc:chgData name="Ann Wheeler" userId="e5e0f7fb-23fb-4bfe-8b95-75f10fe5e04a" providerId="ADAL" clId="{D6252DEA-1924-41F7-B761-FCECD3B7794C}" dt="2026-10-01T12:05:12.093" v="363"/>
        <pc:sldMkLst>
          <pc:docMk/>
          <pc:sldMk cId="4128145101" sldId="268"/>
        </pc:sldMkLst>
      </pc:sldChg>
      <pc:sldChg chg="ord">
        <pc:chgData name="Ann Wheeler" userId="e5e0f7fb-23fb-4bfe-8b95-75f10fe5e04a" providerId="ADAL" clId="{D6252DEA-1924-41F7-B761-FCECD3B7794C}" dt="2026-10-01T12:01:47.734" v="303"/>
        <pc:sldMkLst>
          <pc:docMk/>
          <pc:sldMk cId="1603142701" sldId="270"/>
        </pc:sldMkLst>
      </pc:sldChg>
      <pc:sldChg chg="ord">
        <pc:chgData name="Ann Wheeler" userId="e5e0f7fb-23fb-4bfe-8b95-75f10fe5e04a" providerId="ADAL" clId="{D6252DEA-1924-41F7-B761-FCECD3B7794C}" dt="2026-10-01T12:05:37.526" v="365"/>
        <pc:sldMkLst>
          <pc:docMk/>
          <pc:sldMk cId="205160639" sldId="274"/>
        </pc:sldMkLst>
      </pc:sldChg>
      <pc:sldChg chg="ord">
        <pc:chgData name="Ann Wheeler" userId="e5e0f7fb-23fb-4bfe-8b95-75f10fe5e04a" providerId="ADAL" clId="{D6252DEA-1924-41F7-B761-FCECD3B7794C}" dt="2026-10-01T12:09:14.207" v="389"/>
        <pc:sldMkLst>
          <pc:docMk/>
          <pc:sldMk cId="1555256947" sldId="275"/>
        </pc:sldMkLst>
      </pc:sldChg>
      <pc:sldChg chg="del ord">
        <pc:chgData name="Ann Wheeler" userId="e5e0f7fb-23fb-4bfe-8b95-75f10fe5e04a" providerId="ADAL" clId="{D6252DEA-1924-41F7-B761-FCECD3B7794C}" dt="2026-10-01T12:01:22.730" v="300" actId="2696"/>
        <pc:sldMkLst>
          <pc:docMk/>
          <pc:sldMk cId="897862649" sldId="276"/>
        </pc:sldMkLst>
      </pc:sldChg>
      <pc:sldChg chg="add">
        <pc:chgData name="Ann Wheeler" userId="e5e0f7fb-23fb-4bfe-8b95-75f10fe5e04a" providerId="ADAL" clId="{D6252DEA-1924-41F7-B761-FCECD3B7794C}" dt="2026-10-01T12:01:30.669" v="301"/>
        <pc:sldMkLst>
          <pc:docMk/>
          <pc:sldMk cId="1047742237" sldId="276"/>
        </pc:sldMkLst>
      </pc:sldChg>
      <pc:sldChg chg="del">
        <pc:chgData name="Ann Wheeler" userId="e5e0f7fb-23fb-4bfe-8b95-75f10fe5e04a" providerId="ADAL" clId="{D6252DEA-1924-41F7-B761-FCECD3B7794C}" dt="2026-10-07T12:16:58.488" v="434" actId="2696"/>
        <pc:sldMkLst>
          <pc:docMk/>
          <pc:sldMk cId="3275388536" sldId="277"/>
        </pc:sldMkLst>
      </pc:sldChg>
      <pc:sldChg chg="add">
        <pc:chgData name="Ann Wheeler" userId="e5e0f7fb-23fb-4bfe-8b95-75f10fe5e04a" providerId="ADAL" clId="{D6252DEA-1924-41F7-B761-FCECD3B7794C}" dt="2026-10-07T12:17:06.834" v="437"/>
        <pc:sldMkLst>
          <pc:docMk/>
          <pc:sldMk cId="3436102967" sldId="277"/>
        </pc:sldMkLst>
      </pc:sldChg>
      <pc:sldChg chg="del">
        <pc:chgData name="Ann Wheeler" userId="e5e0f7fb-23fb-4bfe-8b95-75f10fe5e04a" providerId="ADAL" clId="{D6252DEA-1924-41F7-B761-FCECD3B7794C}" dt="2026-10-07T12:16:58.488" v="434" actId="2696"/>
        <pc:sldMkLst>
          <pc:docMk/>
          <pc:sldMk cId="3152337433" sldId="278"/>
        </pc:sldMkLst>
      </pc:sldChg>
      <pc:sldChg chg="add">
        <pc:chgData name="Ann Wheeler" userId="e5e0f7fb-23fb-4bfe-8b95-75f10fe5e04a" providerId="ADAL" clId="{D6252DEA-1924-41F7-B761-FCECD3B7794C}" dt="2026-10-07T12:17:06.834" v="437"/>
        <pc:sldMkLst>
          <pc:docMk/>
          <pc:sldMk cId="3309168281" sldId="278"/>
        </pc:sldMkLst>
      </pc:sldChg>
      <pc:sldChg chg="ord">
        <pc:chgData name="Ann Wheeler" userId="e5e0f7fb-23fb-4bfe-8b95-75f10fe5e04a" providerId="ADAL" clId="{D6252DEA-1924-41F7-B761-FCECD3B7794C}" dt="2026-09-24T15:17:40.990" v="7"/>
        <pc:sldMkLst>
          <pc:docMk/>
          <pc:sldMk cId="3255736220" sldId="279"/>
        </pc:sldMkLst>
      </pc:sldChg>
      <pc:sldChg chg="addSp delSp modSp new mod ord">
        <pc:chgData name="Ann Wheeler" userId="e5e0f7fb-23fb-4bfe-8b95-75f10fe5e04a" providerId="ADAL" clId="{D6252DEA-1924-41F7-B761-FCECD3B7794C}" dt="2026-09-24T15:17:40.990" v="7"/>
        <pc:sldMkLst>
          <pc:docMk/>
          <pc:sldMk cId="3373267326" sldId="280"/>
        </pc:sldMkLst>
        <pc:spChg chg="del">
          <ac:chgData name="Ann Wheeler" userId="e5e0f7fb-23fb-4bfe-8b95-75f10fe5e04a" providerId="ADAL" clId="{D6252DEA-1924-41F7-B761-FCECD3B7794C}" dt="2026-09-24T15:17:32.356" v="5" actId="478"/>
          <ac:spMkLst>
            <pc:docMk/>
            <pc:sldMk cId="3373267326" sldId="280"/>
            <ac:spMk id="2" creationId="{6B176781-9004-DADD-B7A7-58D669F5A3BB}"/>
          </ac:spMkLst>
        </pc:spChg>
        <pc:picChg chg="add del">
          <ac:chgData name="Ann Wheeler" userId="e5e0f7fb-23fb-4bfe-8b95-75f10fe5e04a" providerId="ADAL" clId="{D6252DEA-1924-41F7-B761-FCECD3B7794C}" dt="2026-09-24T15:17:27.723" v="2" actId="478"/>
          <ac:picMkLst>
            <pc:docMk/>
            <pc:sldMk cId="3373267326" sldId="280"/>
            <ac:picMk id="4" creationId="{D6ACDD3C-8A1E-9954-F6C6-70973B6370F9}"/>
          </ac:picMkLst>
        </pc:picChg>
        <pc:picChg chg="add mod">
          <ac:chgData name="Ann Wheeler" userId="e5e0f7fb-23fb-4bfe-8b95-75f10fe5e04a" providerId="ADAL" clId="{D6252DEA-1924-41F7-B761-FCECD3B7794C}" dt="2026-09-24T15:17:30.443" v="4" actId="1076"/>
          <ac:picMkLst>
            <pc:docMk/>
            <pc:sldMk cId="3373267326" sldId="280"/>
            <ac:picMk id="6" creationId="{CF44D52D-29EB-6714-E81C-7FDDF5D91A3A}"/>
          </ac:picMkLst>
        </pc:picChg>
      </pc:sldChg>
      <pc:sldChg chg="addSp modSp new mod ord">
        <pc:chgData name="Ann Wheeler" userId="e5e0f7fb-23fb-4bfe-8b95-75f10fe5e04a" providerId="ADAL" clId="{D6252DEA-1924-41F7-B761-FCECD3B7794C}" dt="2026-10-01T11:43:49.616" v="141"/>
        <pc:sldMkLst>
          <pc:docMk/>
          <pc:sldMk cId="3512512136" sldId="281"/>
        </pc:sldMkLst>
        <pc:spChg chg="mod">
          <ac:chgData name="Ann Wheeler" userId="e5e0f7fb-23fb-4bfe-8b95-75f10fe5e04a" providerId="ADAL" clId="{D6252DEA-1924-41F7-B761-FCECD3B7794C}" dt="2026-09-24T15:18:56.202" v="41" actId="1076"/>
          <ac:spMkLst>
            <pc:docMk/>
            <pc:sldMk cId="3512512136" sldId="281"/>
            <ac:spMk id="2" creationId="{4CE67595-5B54-7132-928B-2F6A931670F2}"/>
          </ac:spMkLst>
        </pc:spChg>
        <pc:picChg chg="add mod">
          <ac:chgData name="Ann Wheeler" userId="e5e0f7fb-23fb-4bfe-8b95-75f10fe5e04a" providerId="ADAL" clId="{D6252DEA-1924-41F7-B761-FCECD3B7794C}" dt="2026-09-24T15:18:57.882" v="42" actId="1076"/>
          <ac:picMkLst>
            <pc:docMk/>
            <pc:sldMk cId="3512512136" sldId="281"/>
            <ac:picMk id="4" creationId="{181F26DA-71EC-BD74-034F-DD04DCDBAD1C}"/>
          </ac:picMkLst>
        </pc:picChg>
      </pc:sldChg>
      <pc:sldChg chg="addSp modSp new mod ord">
        <pc:chgData name="Ann Wheeler" userId="e5e0f7fb-23fb-4bfe-8b95-75f10fe5e04a" providerId="ADAL" clId="{D6252DEA-1924-41F7-B761-FCECD3B7794C}" dt="2026-10-01T12:03:06.913" v="307"/>
        <pc:sldMkLst>
          <pc:docMk/>
          <pc:sldMk cId="2968732358" sldId="282"/>
        </pc:sldMkLst>
        <pc:spChg chg="mod">
          <ac:chgData name="Ann Wheeler" userId="e5e0f7fb-23fb-4bfe-8b95-75f10fe5e04a" providerId="ADAL" clId="{D6252DEA-1924-41F7-B761-FCECD3B7794C}" dt="2026-09-24T15:20:07.142" v="46"/>
          <ac:spMkLst>
            <pc:docMk/>
            <pc:sldMk cId="2968732358" sldId="282"/>
            <ac:spMk id="2" creationId="{ABD96361-8FBE-1A1E-DEC1-27A59C79F0AC}"/>
          </ac:spMkLst>
        </pc:spChg>
        <pc:spChg chg="add mod">
          <ac:chgData name="Ann Wheeler" userId="e5e0f7fb-23fb-4bfe-8b95-75f10fe5e04a" providerId="ADAL" clId="{D6252DEA-1924-41F7-B761-FCECD3B7794C}" dt="2026-10-01T11:50:40.016" v="179" actId="1076"/>
          <ac:spMkLst>
            <pc:docMk/>
            <pc:sldMk cId="2968732358" sldId="282"/>
            <ac:spMk id="4" creationId="{A2EECA85-9D44-F7FA-8DDF-2A3022072111}"/>
          </ac:spMkLst>
        </pc:spChg>
        <pc:spChg chg="add mod">
          <ac:chgData name="Ann Wheeler" userId="e5e0f7fb-23fb-4bfe-8b95-75f10fe5e04a" providerId="ADAL" clId="{D6252DEA-1924-41F7-B761-FCECD3B7794C}" dt="2026-10-01T11:49:52.903" v="170" actId="113"/>
          <ac:spMkLst>
            <pc:docMk/>
            <pc:sldMk cId="2968732358" sldId="282"/>
            <ac:spMk id="8" creationId="{841D4F0A-88DD-B0BF-9E83-9E0C07152671}"/>
          </ac:spMkLst>
        </pc:spChg>
        <pc:spChg chg="add mod">
          <ac:chgData name="Ann Wheeler" userId="e5e0f7fb-23fb-4bfe-8b95-75f10fe5e04a" providerId="ADAL" clId="{D6252DEA-1924-41F7-B761-FCECD3B7794C}" dt="2026-10-01T11:49:57.958" v="173" actId="1076"/>
          <ac:spMkLst>
            <pc:docMk/>
            <pc:sldMk cId="2968732358" sldId="282"/>
            <ac:spMk id="9" creationId="{DA128FBF-CCED-D148-888C-E96689BCF7B0}"/>
          </ac:spMkLst>
        </pc:spChg>
        <pc:picChg chg="add mod">
          <ac:chgData name="Ann Wheeler" userId="e5e0f7fb-23fb-4bfe-8b95-75f10fe5e04a" providerId="ADAL" clId="{D6252DEA-1924-41F7-B761-FCECD3B7794C}" dt="2026-10-01T11:49:43.681" v="160" actId="1076"/>
          <ac:picMkLst>
            <pc:docMk/>
            <pc:sldMk cId="2968732358" sldId="282"/>
            <ac:picMk id="5" creationId="{2ED1E83E-EF62-A7B8-BC8F-D0BAEF52D77F}"/>
          </ac:picMkLst>
        </pc:picChg>
        <pc:picChg chg="add mod">
          <ac:chgData name="Ann Wheeler" userId="e5e0f7fb-23fb-4bfe-8b95-75f10fe5e04a" providerId="ADAL" clId="{D6252DEA-1924-41F7-B761-FCECD3B7794C}" dt="2026-10-01T11:49:41.913" v="159" actId="1076"/>
          <ac:picMkLst>
            <pc:docMk/>
            <pc:sldMk cId="2968732358" sldId="282"/>
            <ac:picMk id="7" creationId="{5AC04DBC-E76D-BE13-E5C9-5A912C031BBE}"/>
          </ac:picMkLst>
        </pc:picChg>
        <pc:picChg chg="add mod">
          <ac:chgData name="Ann Wheeler" userId="e5e0f7fb-23fb-4bfe-8b95-75f10fe5e04a" providerId="ADAL" clId="{D6252DEA-1924-41F7-B761-FCECD3B7794C}" dt="2026-10-01T11:50:44.687" v="181" actId="1076"/>
          <ac:picMkLst>
            <pc:docMk/>
            <pc:sldMk cId="2968732358" sldId="282"/>
            <ac:picMk id="11" creationId="{52E6FAF1-F112-390A-7E83-396CBBBB62DA}"/>
          </ac:picMkLst>
        </pc:picChg>
      </pc:sldChg>
      <pc:sldChg chg="addSp delSp modSp new mod ord">
        <pc:chgData name="Ann Wheeler" userId="e5e0f7fb-23fb-4bfe-8b95-75f10fe5e04a" providerId="ADAL" clId="{D6252DEA-1924-41F7-B761-FCECD3B7794C}" dt="2026-10-01T12:05:46.350" v="366" actId="20577"/>
        <pc:sldMkLst>
          <pc:docMk/>
          <pc:sldMk cId="1006475065" sldId="283"/>
        </pc:sldMkLst>
        <pc:spChg chg="mod">
          <ac:chgData name="Ann Wheeler" userId="e5e0f7fb-23fb-4bfe-8b95-75f10fe5e04a" providerId="ADAL" clId="{D6252DEA-1924-41F7-B761-FCECD3B7794C}" dt="2026-10-01T12:00:07.969" v="254" actId="20577"/>
          <ac:spMkLst>
            <pc:docMk/>
            <pc:sldMk cId="1006475065" sldId="283"/>
            <ac:spMk id="2" creationId="{575B527F-418F-BA7A-43C0-0E82D8D61BA9}"/>
          </ac:spMkLst>
        </pc:spChg>
        <pc:spChg chg="add mod">
          <ac:chgData name="Ann Wheeler" userId="e5e0f7fb-23fb-4bfe-8b95-75f10fe5e04a" providerId="ADAL" clId="{D6252DEA-1924-41F7-B761-FCECD3B7794C}" dt="2026-10-01T12:05:46.350" v="366" actId="20577"/>
          <ac:spMkLst>
            <pc:docMk/>
            <pc:sldMk cId="1006475065" sldId="283"/>
            <ac:spMk id="4" creationId="{2D640DBA-686A-1C02-2BAF-920A8D1BE19F}"/>
          </ac:spMkLst>
        </pc:spChg>
        <pc:spChg chg="add mod">
          <ac:chgData name="Ann Wheeler" userId="e5e0f7fb-23fb-4bfe-8b95-75f10fe5e04a" providerId="ADAL" clId="{D6252DEA-1924-41F7-B761-FCECD3B7794C}" dt="2026-10-01T11:52:56.831" v="208" actId="1076"/>
          <ac:spMkLst>
            <pc:docMk/>
            <pc:sldMk cId="1006475065" sldId="283"/>
            <ac:spMk id="9" creationId="{AFA862E5-CBF3-9356-F314-858E1FBA73E0}"/>
          </ac:spMkLst>
        </pc:spChg>
        <pc:picChg chg="add del mod">
          <ac:chgData name="Ann Wheeler" userId="e5e0f7fb-23fb-4bfe-8b95-75f10fe5e04a" providerId="ADAL" clId="{D6252DEA-1924-41F7-B761-FCECD3B7794C}" dt="2026-10-01T11:52:26.188" v="203" actId="478"/>
          <ac:picMkLst>
            <pc:docMk/>
            <pc:sldMk cId="1006475065" sldId="283"/>
            <ac:picMk id="5" creationId="{F9DA2037-1984-5607-3C7C-65F669C6AFB0}"/>
          </ac:picMkLst>
        </pc:picChg>
        <pc:picChg chg="add mod">
          <ac:chgData name="Ann Wheeler" userId="e5e0f7fb-23fb-4bfe-8b95-75f10fe5e04a" providerId="ADAL" clId="{D6252DEA-1924-41F7-B761-FCECD3B7794C}" dt="2026-10-01T11:52:34.807" v="206" actId="1076"/>
          <ac:picMkLst>
            <pc:docMk/>
            <pc:sldMk cId="1006475065" sldId="283"/>
            <ac:picMk id="7" creationId="{94038CBD-1417-E2DE-4A07-818F7124912B}"/>
          </ac:picMkLst>
        </pc:picChg>
        <pc:picChg chg="add mod">
          <ac:chgData name="Ann Wheeler" userId="e5e0f7fb-23fb-4bfe-8b95-75f10fe5e04a" providerId="ADAL" clId="{D6252DEA-1924-41F7-B761-FCECD3B7794C}" dt="2026-10-01T11:53:20.062" v="211" actId="1076"/>
          <ac:picMkLst>
            <pc:docMk/>
            <pc:sldMk cId="1006475065" sldId="283"/>
            <ac:picMk id="11" creationId="{78DE40B7-6F71-8D06-963C-AD9408519756}"/>
          </ac:picMkLst>
        </pc:picChg>
      </pc:sldChg>
      <pc:sldChg chg="addSp delSp new del mod ord">
        <pc:chgData name="Ann Wheeler" userId="e5e0f7fb-23fb-4bfe-8b95-75f10fe5e04a" providerId="ADAL" clId="{D6252DEA-1924-41F7-B761-FCECD3B7794C}" dt="2026-10-01T12:01:22.730" v="300" actId="2696"/>
        <pc:sldMkLst>
          <pc:docMk/>
          <pc:sldMk cId="1165951489" sldId="284"/>
        </pc:sldMkLst>
        <pc:spChg chg="add del">
          <ac:chgData name="Ann Wheeler" userId="e5e0f7fb-23fb-4bfe-8b95-75f10fe5e04a" providerId="ADAL" clId="{D6252DEA-1924-41F7-B761-FCECD3B7794C}" dt="2026-09-24T15:22:30.663" v="121" actId="478"/>
          <ac:spMkLst>
            <pc:docMk/>
            <pc:sldMk cId="1165951489" sldId="284"/>
            <ac:spMk id="3" creationId="{2AC9C75F-45CC-4BCE-477B-B789DE89D5C4}"/>
          </ac:spMkLst>
        </pc:spChg>
        <pc:picChg chg="add">
          <ac:chgData name="Ann Wheeler" userId="e5e0f7fb-23fb-4bfe-8b95-75f10fe5e04a" providerId="ADAL" clId="{D6252DEA-1924-41F7-B761-FCECD3B7794C}" dt="2026-09-24T15:22:39.736" v="122" actId="22"/>
          <ac:picMkLst>
            <pc:docMk/>
            <pc:sldMk cId="1165951489" sldId="284"/>
            <ac:picMk id="5" creationId="{AD746008-6899-7ECC-1527-62420F776157}"/>
          </ac:picMkLst>
        </pc:picChg>
      </pc:sldChg>
      <pc:sldChg chg="add">
        <pc:chgData name="Ann Wheeler" userId="e5e0f7fb-23fb-4bfe-8b95-75f10fe5e04a" providerId="ADAL" clId="{D6252DEA-1924-41F7-B761-FCECD3B7794C}" dt="2026-10-01T12:01:30.669" v="301"/>
        <pc:sldMkLst>
          <pc:docMk/>
          <pc:sldMk cId="2693767014" sldId="284"/>
        </pc:sldMkLst>
      </pc:sldChg>
      <pc:sldChg chg="addSp new del mod ord">
        <pc:chgData name="Ann Wheeler" userId="e5e0f7fb-23fb-4bfe-8b95-75f10fe5e04a" providerId="ADAL" clId="{D6252DEA-1924-41F7-B761-FCECD3B7794C}" dt="2026-10-01T12:01:22.730" v="300" actId="2696"/>
        <pc:sldMkLst>
          <pc:docMk/>
          <pc:sldMk cId="1363867664" sldId="285"/>
        </pc:sldMkLst>
        <pc:picChg chg="add">
          <ac:chgData name="Ann Wheeler" userId="e5e0f7fb-23fb-4bfe-8b95-75f10fe5e04a" providerId="ADAL" clId="{D6252DEA-1924-41F7-B761-FCECD3B7794C}" dt="2026-09-24T15:22:54.205" v="124" actId="22"/>
          <ac:picMkLst>
            <pc:docMk/>
            <pc:sldMk cId="1363867664" sldId="285"/>
            <ac:picMk id="3" creationId="{B35D10DF-538D-690D-70D6-1F04A7BDC89F}"/>
          </ac:picMkLst>
        </pc:picChg>
      </pc:sldChg>
      <pc:sldChg chg="add">
        <pc:chgData name="Ann Wheeler" userId="e5e0f7fb-23fb-4bfe-8b95-75f10fe5e04a" providerId="ADAL" clId="{D6252DEA-1924-41F7-B761-FCECD3B7794C}" dt="2026-10-01T12:01:30.669" v="301"/>
        <pc:sldMkLst>
          <pc:docMk/>
          <pc:sldMk cId="4224548372" sldId="285"/>
        </pc:sldMkLst>
      </pc:sldChg>
      <pc:sldChg chg="add">
        <pc:chgData name="Ann Wheeler" userId="e5e0f7fb-23fb-4bfe-8b95-75f10fe5e04a" providerId="ADAL" clId="{D6252DEA-1924-41F7-B761-FCECD3B7794C}" dt="2026-10-01T12:01:30.669" v="301"/>
        <pc:sldMkLst>
          <pc:docMk/>
          <pc:sldMk cId="1482192565" sldId="286"/>
        </pc:sldMkLst>
      </pc:sldChg>
      <pc:sldChg chg="addSp new del mod ord">
        <pc:chgData name="Ann Wheeler" userId="e5e0f7fb-23fb-4bfe-8b95-75f10fe5e04a" providerId="ADAL" clId="{D6252DEA-1924-41F7-B761-FCECD3B7794C}" dt="2026-10-01T12:01:22.730" v="300" actId="2696"/>
        <pc:sldMkLst>
          <pc:docMk/>
          <pc:sldMk cId="4172199238" sldId="286"/>
        </pc:sldMkLst>
        <pc:picChg chg="add">
          <ac:chgData name="Ann Wheeler" userId="e5e0f7fb-23fb-4bfe-8b95-75f10fe5e04a" providerId="ADAL" clId="{D6252DEA-1924-41F7-B761-FCECD3B7794C}" dt="2026-09-24T15:23:15.501" v="126" actId="22"/>
          <ac:picMkLst>
            <pc:docMk/>
            <pc:sldMk cId="4172199238" sldId="286"/>
            <ac:picMk id="3" creationId="{5C1CC154-368F-18B9-0482-EDFB41212287}"/>
          </ac:picMkLst>
        </pc:picChg>
      </pc:sldChg>
      <pc:sldChg chg="addSp new mod ord">
        <pc:chgData name="Ann Wheeler" userId="e5e0f7fb-23fb-4bfe-8b95-75f10fe5e04a" providerId="ADAL" clId="{D6252DEA-1924-41F7-B761-FCECD3B7794C}" dt="2026-10-01T12:03:06.913" v="307"/>
        <pc:sldMkLst>
          <pc:docMk/>
          <pc:sldMk cId="195618236" sldId="287"/>
        </pc:sldMkLst>
        <pc:picChg chg="add">
          <ac:chgData name="Ann Wheeler" userId="e5e0f7fb-23fb-4bfe-8b95-75f10fe5e04a" providerId="ADAL" clId="{D6252DEA-1924-41F7-B761-FCECD3B7794C}" dt="2026-09-24T15:23:35.066" v="128" actId="22"/>
          <ac:picMkLst>
            <pc:docMk/>
            <pc:sldMk cId="195618236" sldId="287"/>
            <ac:picMk id="3" creationId="{7FB30C03-F9AA-C3EE-890B-E76A8C4D638A}"/>
          </ac:picMkLst>
        </pc:picChg>
      </pc:sldChg>
      <pc:sldChg chg="addSp delSp modSp new del mod">
        <pc:chgData name="Ann Wheeler" userId="e5e0f7fb-23fb-4bfe-8b95-75f10fe5e04a" providerId="ADAL" clId="{D6252DEA-1924-41F7-B761-FCECD3B7794C}" dt="2026-10-07T12:16:21.755" v="401" actId="2696"/>
        <pc:sldMkLst>
          <pc:docMk/>
          <pc:sldMk cId="196182840" sldId="288"/>
        </pc:sldMkLst>
        <pc:spChg chg="del">
          <ac:chgData name="Ann Wheeler" userId="e5e0f7fb-23fb-4bfe-8b95-75f10fe5e04a" providerId="ADAL" clId="{D6252DEA-1924-41F7-B761-FCECD3B7794C}" dt="2026-09-24T15:25:42.440" v="132" actId="478"/>
          <ac:spMkLst>
            <pc:docMk/>
            <pc:sldMk cId="196182840" sldId="288"/>
            <ac:spMk id="2" creationId="{80442207-DA91-26B4-09AA-ECCAFEC46F72}"/>
          </ac:spMkLst>
        </pc:spChg>
        <pc:spChg chg="del mod">
          <ac:chgData name="Ann Wheeler" userId="e5e0f7fb-23fb-4bfe-8b95-75f10fe5e04a" providerId="ADAL" clId="{D6252DEA-1924-41F7-B761-FCECD3B7794C}" dt="2026-10-07T12:15:06.370" v="398" actId="478"/>
          <ac:spMkLst>
            <pc:docMk/>
            <pc:sldMk cId="196182840" sldId="288"/>
            <ac:spMk id="3" creationId="{F93D9839-5980-71CB-3913-4CC9CD5B6728}"/>
          </ac:spMkLst>
        </pc:spChg>
        <pc:spChg chg="add del mod">
          <ac:chgData name="Ann Wheeler" userId="e5e0f7fb-23fb-4bfe-8b95-75f10fe5e04a" providerId="ADAL" clId="{D6252DEA-1924-41F7-B761-FCECD3B7794C}" dt="2026-10-07T12:15:13.723" v="399" actId="478"/>
          <ac:spMkLst>
            <pc:docMk/>
            <pc:sldMk cId="196182840" sldId="288"/>
            <ac:spMk id="4" creationId="{7FBC0078-6115-1D2B-13B9-79378B5A2FBB}"/>
          </ac:spMkLst>
        </pc:spChg>
        <pc:picChg chg="add mod">
          <ac:chgData name="Ann Wheeler" userId="e5e0f7fb-23fb-4bfe-8b95-75f10fe5e04a" providerId="ADAL" clId="{D6252DEA-1924-41F7-B761-FCECD3B7794C}" dt="2026-09-24T15:25:49.465" v="136" actId="1076"/>
          <ac:picMkLst>
            <pc:docMk/>
            <pc:sldMk cId="196182840" sldId="288"/>
            <ac:picMk id="5" creationId="{614379C1-7173-8F64-BF7C-21DDFBDC3C97}"/>
          </ac:picMkLst>
        </pc:picChg>
      </pc:sldChg>
      <pc:sldChg chg="addSp delSp modSp new mod modClrScheme chgLayout">
        <pc:chgData name="Ann Wheeler" userId="e5e0f7fb-23fb-4bfe-8b95-75f10fe5e04a" providerId="ADAL" clId="{D6252DEA-1924-41F7-B761-FCECD3B7794C}" dt="2026-10-01T12:04:57.244" v="361" actId="1076"/>
        <pc:sldMkLst>
          <pc:docMk/>
          <pc:sldMk cId="126351061" sldId="289"/>
        </pc:sldMkLst>
        <pc:spChg chg="add mod">
          <ac:chgData name="Ann Wheeler" userId="e5e0f7fb-23fb-4bfe-8b95-75f10fe5e04a" providerId="ADAL" clId="{D6252DEA-1924-41F7-B761-FCECD3B7794C}" dt="2026-10-01T12:04:07.132" v="354" actId="20577"/>
          <ac:spMkLst>
            <pc:docMk/>
            <pc:sldMk cId="126351061" sldId="289"/>
            <ac:spMk id="2" creationId="{F06E789A-A295-ADBB-44D2-98DC733260FB}"/>
          </ac:spMkLst>
        </pc:spChg>
        <pc:spChg chg="add del mod">
          <ac:chgData name="Ann Wheeler" userId="e5e0f7fb-23fb-4bfe-8b95-75f10fe5e04a" providerId="ADAL" clId="{D6252DEA-1924-41F7-B761-FCECD3B7794C}" dt="2026-10-01T12:04:36.612" v="355" actId="478"/>
          <ac:spMkLst>
            <pc:docMk/>
            <pc:sldMk cId="126351061" sldId="289"/>
            <ac:spMk id="3" creationId="{C95A77C3-DF02-F003-C944-119FB94338AA}"/>
          </ac:spMkLst>
        </pc:spChg>
        <pc:picChg chg="add mod">
          <ac:chgData name="Ann Wheeler" userId="e5e0f7fb-23fb-4bfe-8b95-75f10fe5e04a" providerId="ADAL" clId="{D6252DEA-1924-41F7-B761-FCECD3B7794C}" dt="2026-10-01T12:04:40.333" v="358" actId="1076"/>
          <ac:picMkLst>
            <pc:docMk/>
            <pc:sldMk cId="126351061" sldId="289"/>
            <ac:picMk id="5" creationId="{3D3D1367-8C21-2C38-0A78-26125345E749}"/>
          </ac:picMkLst>
        </pc:picChg>
        <pc:picChg chg="add mod">
          <ac:chgData name="Ann Wheeler" userId="e5e0f7fb-23fb-4bfe-8b95-75f10fe5e04a" providerId="ADAL" clId="{D6252DEA-1924-41F7-B761-FCECD3B7794C}" dt="2026-10-01T12:04:57.244" v="361" actId="1076"/>
          <ac:picMkLst>
            <pc:docMk/>
            <pc:sldMk cId="126351061" sldId="289"/>
            <ac:picMk id="7" creationId="{77725A19-0B52-085A-3C80-04380640FB7F}"/>
          </ac:picMkLst>
        </pc:picChg>
      </pc:sldChg>
      <pc:sldChg chg="addSp modSp new mod">
        <pc:chgData name="Ann Wheeler" userId="e5e0f7fb-23fb-4bfe-8b95-75f10fe5e04a" providerId="ADAL" clId="{D6252DEA-1924-41F7-B761-FCECD3B7794C}" dt="2026-10-01T12:08:10.850" v="387" actId="1076"/>
        <pc:sldMkLst>
          <pc:docMk/>
          <pc:sldMk cId="198821068" sldId="290"/>
        </pc:sldMkLst>
        <pc:spChg chg="mod">
          <ac:chgData name="Ann Wheeler" userId="e5e0f7fb-23fb-4bfe-8b95-75f10fe5e04a" providerId="ADAL" clId="{D6252DEA-1924-41F7-B761-FCECD3B7794C}" dt="2026-10-01T12:08:05.128" v="384"/>
          <ac:spMkLst>
            <pc:docMk/>
            <pc:sldMk cId="198821068" sldId="290"/>
            <ac:spMk id="2" creationId="{39D32026-797B-62A7-4EF8-6A994A11EA07}"/>
          </ac:spMkLst>
        </pc:spChg>
        <pc:spChg chg="add mod">
          <ac:chgData name="Ann Wheeler" userId="e5e0f7fb-23fb-4bfe-8b95-75f10fe5e04a" providerId="ADAL" clId="{D6252DEA-1924-41F7-B761-FCECD3B7794C}" dt="2026-10-01T12:08:10.850" v="387" actId="1076"/>
          <ac:spMkLst>
            <pc:docMk/>
            <pc:sldMk cId="198821068" sldId="290"/>
            <ac:spMk id="5" creationId="{01043E8E-AF34-E11C-D351-1A44A7B4E179}"/>
          </ac:spMkLst>
        </pc:spChg>
        <pc:picChg chg="add mod">
          <ac:chgData name="Ann Wheeler" userId="e5e0f7fb-23fb-4bfe-8b95-75f10fe5e04a" providerId="ADAL" clId="{D6252DEA-1924-41F7-B761-FCECD3B7794C}" dt="2026-10-01T12:07:55.253" v="380" actId="1076"/>
          <ac:picMkLst>
            <pc:docMk/>
            <pc:sldMk cId="198821068" sldId="290"/>
            <ac:picMk id="4" creationId="{568331F7-5453-F85D-7DF4-4650575FA682}"/>
          </ac:picMkLst>
        </pc:picChg>
      </pc:sldChg>
      <pc:sldChg chg="new">
        <pc:chgData name="Ann Wheeler" userId="e5e0f7fb-23fb-4bfe-8b95-75f10fe5e04a" providerId="ADAL" clId="{D6252DEA-1924-41F7-B761-FCECD3B7794C}" dt="2026-10-01T12:09:38.005" v="390" actId="680"/>
        <pc:sldMkLst>
          <pc:docMk/>
          <pc:sldMk cId="4209659698" sldId="291"/>
        </pc:sldMkLst>
      </pc:sldChg>
      <pc:sldChg chg="modSp add mod">
        <pc:chgData name="Ann Wheeler" userId="e5e0f7fb-23fb-4bfe-8b95-75f10fe5e04a" providerId="ADAL" clId="{D6252DEA-1924-41F7-B761-FCECD3B7794C}" dt="2026-10-07T12:16:40.597" v="433" actId="122"/>
        <pc:sldMkLst>
          <pc:docMk/>
          <pc:sldMk cId="612399874" sldId="292"/>
        </pc:sldMkLst>
        <pc:spChg chg="mod">
          <ac:chgData name="Ann Wheeler" userId="e5e0f7fb-23fb-4bfe-8b95-75f10fe5e04a" providerId="ADAL" clId="{D6252DEA-1924-41F7-B761-FCECD3B7794C}" dt="2026-10-07T12:16:40.597" v="433" actId="122"/>
          <ac:spMkLst>
            <pc:docMk/>
            <pc:sldMk cId="612399874" sldId="292"/>
            <ac:spMk id="7" creationId="{44BE85F9-7555-4B0A-82C6-4454770C60B4}"/>
          </ac:spMkLst>
        </pc:spChg>
      </pc:sldChg>
      <pc:sldChg chg="add">
        <pc:chgData name="Ann Wheeler" userId="e5e0f7fb-23fb-4bfe-8b95-75f10fe5e04a" providerId="ADAL" clId="{D6252DEA-1924-41F7-B761-FCECD3B7794C}" dt="2026-10-07T12:15:57.243" v="400"/>
        <pc:sldMkLst>
          <pc:docMk/>
          <pc:sldMk cId="302440552" sldId="293"/>
        </pc:sldMkLst>
      </pc:sldChg>
      <pc:sldChg chg="add">
        <pc:chgData name="Ann Wheeler" userId="e5e0f7fb-23fb-4bfe-8b95-75f10fe5e04a" providerId="ADAL" clId="{D6252DEA-1924-41F7-B761-FCECD3B7794C}" dt="2026-10-07T12:15:57.243" v="400"/>
        <pc:sldMkLst>
          <pc:docMk/>
          <pc:sldMk cId="2082039303" sldId="294"/>
        </pc:sldMkLst>
      </pc:sldChg>
      <pc:sldChg chg="add">
        <pc:chgData name="Ann Wheeler" userId="e5e0f7fb-23fb-4bfe-8b95-75f10fe5e04a" providerId="ADAL" clId="{D6252DEA-1924-41F7-B761-FCECD3B7794C}" dt="2026-10-07T12:15:57.243" v="400"/>
        <pc:sldMkLst>
          <pc:docMk/>
          <pc:sldMk cId="1774798800" sldId="295"/>
        </pc:sldMkLst>
      </pc:sldChg>
      <pc:sldChg chg="add">
        <pc:chgData name="Ann Wheeler" userId="e5e0f7fb-23fb-4bfe-8b95-75f10fe5e04a" providerId="ADAL" clId="{D6252DEA-1924-41F7-B761-FCECD3B7794C}" dt="2026-10-07T12:15:57.243" v="400"/>
        <pc:sldMkLst>
          <pc:docMk/>
          <pc:sldMk cId="1525577572" sldId="300"/>
        </pc:sldMkLst>
      </pc:sldChg>
      <pc:sldChg chg="add">
        <pc:chgData name="Ann Wheeler" userId="e5e0f7fb-23fb-4bfe-8b95-75f10fe5e04a" providerId="ADAL" clId="{D6252DEA-1924-41F7-B761-FCECD3B7794C}" dt="2026-10-07T12:15:57.243" v="400"/>
        <pc:sldMkLst>
          <pc:docMk/>
          <pc:sldMk cId="409423570" sldId="301"/>
        </pc:sldMkLst>
      </pc:sldChg>
      <pc:sldChg chg="add">
        <pc:chgData name="Ann Wheeler" userId="e5e0f7fb-23fb-4bfe-8b95-75f10fe5e04a" providerId="ADAL" clId="{D6252DEA-1924-41F7-B761-FCECD3B7794C}" dt="2026-10-07T12:15:57.243" v="400"/>
        <pc:sldMkLst>
          <pc:docMk/>
          <pc:sldMk cId="2736043327" sldId="302"/>
        </pc:sldMkLst>
      </pc:sldChg>
      <pc:sldChg chg="delSp new del mod modClrScheme chgLayout">
        <pc:chgData name="Ann Wheeler" userId="e5e0f7fb-23fb-4bfe-8b95-75f10fe5e04a" providerId="ADAL" clId="{D6252DEA-1924-41F7-B761-FCECD3B7794C}" dt="2026-10-07T12:17:10.221" v="438" actId="2696"/>
        <pc:sldMkLst>
          <pc:docMk/>
          <pc:sldMk cId="3937598063" sldId="303"/>
        </pc:sldMkLst>
        <pc:spChg chg="del">
          <ac:chgData name="Ann Wheeler" userId="e5e0f7fb-23fb-4bfe-8b95-75f10fe5e04a" providerId="ADAL" clId="{D6252DEA-1924-41F7-B761-FCECD3B7794C}" dt="2026-10-07T12:17:06.411" v="436" actId="700"/>
          <ac:spMkLst>
            <pc:docMk/>
            <pc:sldMk cId="3937598063" sldId="303"/>
            <ac:spMk id="2" creationId="{9112FDBB-2ED8-94A5-67E7-055A33FD69DE}"/>
          </ac:spMkLst>
        </pc:spChg>
        <pc:spChg chg="del">
          <ac:chgData name="Ann Wheeler" userId="e5e0f7fb-23fb-4bfe-8b95-75f10fe5e04a" providerId="ADAL" clId="{D6252DEA-1924-41F7-B761-FCECD3B7794C}" dt="2026-10-07T12:17:06.411" v="436" actId="700"/>
          <ac:spMkLst>
            <pc:docMk/>
            <pc:sldMk cId="3937598063" sldId="303"/>
            <ac:spMk id="3" creationId="{45D7991D-D066-43E2-1E63-02CE9E14E53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0054-D45D-92EA-7167-E90578735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95D9C-4990-0DFA-A6EB-3C8F6F6D6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C97E6-483B-C8B6-C418-5AFC852B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B2802-948D-55F8-FFF9-CB903529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11EC9-360E-6198-B077-D5C9F4B1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55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B652-9D2A-8F52-1847-8D77CB56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C154-E618-8965-9746-79FF23FD0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5FE22-3334-8526-9C3F-88EB2CD1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43CA3-D59C-2A9E-DB2C-B2B45777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EE569-C407-76E0-73CA-414DE89A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12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E688-FC2C-4481-B2CD-4BC2D22F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9441E-879D-EE23-0182-4D314FC2A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839B8-5933-FC1F-9681-F69D37F4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711D3-DC2B-5BA7-71A6-8D8D6FD3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602D-C952-3B4D-DFBE-F4D13B93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79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D5C0-9E33-6EB0-9FE8-7CEBDC70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DA37D-2B38-3A08-74DC-ED2757B71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93CA6-BAA3-CDA8-AADE-90CB1B23E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366E0-E9B4-9CCC-C979-DD6D972F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48BDD-C2CD-63A5-CC02-F7029C44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0753E-320C-7A62-7290-3FCFA290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12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0AEAE-5532-8454-C796-B8CF50ED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21951-5494-5F03-006B-C985F0F7D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88425-B380-8ED6-4D8E-31EAFCC7D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E6AB-E72C-450A-F207-A278AF985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B1A45-DD70-CADE-8E0B-BF7991BA3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A39A7-FB63-DD67-4A54-39A03E14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AEDEC-2108-EF80-A6A7-AFB773F95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DFE70-F9A4-1699-9D8E-2064DE6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74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4586-4F81-2FFB-B74A-CD97EB32F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04769-E641-C1EA-E556-FA8579E99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6231C-96FD-1ECC-084A-AF53ADC0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98F63-44A6-D63F-0C9F-E1EA911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04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CA5EFA-0753-2DE4-BDBB-8055C891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3D1F9-E075-258C-1D68-666AE3F2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D2DEF-B8BA-370D-EB25-13F839294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3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F72B-8AB6-2337-75D6-C2D8B9DFD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4893A-B377-BF82-86F9-4BF5B697D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78511-C055-5525-3E21-E850F816A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DD2FD-5A16-3D09-7FF8-3A55B431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2819C-886D-87B7-4AB7-517C3A7A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05DD8-607E-90BF-8F58-48E949FF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40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20F3-F023-2EA9-B01A-1F864D53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DA242-AC93-6B4D-781D-21308D11C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B8B66-CB87-C061-9939-15B8F5446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75C6D-C0AF-0494-FAC0-C515E80D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C7D9E-F2A3-6B4E-4928-34457723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AAF53-1E53-778C-6EA0-49C7C5FE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17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FA07-57BE-7823-32BA-0845A9974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1222D-EE3B-E405-C2AD-49B3BBC0A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E517E-D064-492A-D616-B929AD61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60772-8860-A4B7-AB1A-93FF4A1F2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970F3-CD3F-4ED1-2306-76454465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84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9F244-F3D3-AB05-6DF2-74B265B63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52B42-0009-BF0B-1C47-6504B17DF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ED7C3-5EFB-B018-DC3A-463FBD94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52315-AD03-D52B-C17B-9DC07E63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4A07-4643-049F-D69E-C8B8FE2C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240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01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2863E0-B197-1E6D-BBB4-C4459366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367A6-9491-4705-C9F8-BC845307D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3A1F2-2410-E04B-9D45-74628710E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57784-2F22-4AD9-869F-5052D71343B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A849D-A23C-6747-BC36-0252A8FBE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654B7-9718-3489-3AD8-6E69A8B73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DAE4F-6B95-43ED-96AC-1004EE4CF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264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zenodo.org/records/16618585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AFF6-E93E-A1FA-AA25-8024B57DB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management</a:t>
            </a:r>
            <a:br>
              <a:rPr lang="en-GB" dirty="0"/>
            </a:br>
            <a:r>
              <a:rPr lang="en-GB" dirty="0"/>
              <a:t>Making Data Fair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1EF3C-62FF-ECE4-A088-39C20C40FA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With Many thanks to </a:t>
            </a:r>
            <a:r>
              <a:rPr lang="en-GB" dirty="0" err="1"/>
              <a:t>Ayebuke</a:t>
            </a:r>
            <a:r>
              <a:rPr lang="en-GB" dirty="0"/>
              <a:t> </a:t>
            </a:r>
            <a:r>
              <a:rPr lang="en-GB" dirty="0" err="1"/>
              <a:t>Kupcu</a:t>
            </a:r>
            <a:r>
              <a:rPr lang="en-GB" dirty="0"/>
              <a:t> </a:t>
            </a:r>
            <a:r>
              <a:rPr lang="en-GB" dirty="0" err="1"/>
              <a:t>Yoldas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42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111D-D139-FF43-DC5C-7E37291C8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Bother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5B4FA0-24D3-105E-DC8C-FC251E3D2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11" y="1442523"/>
            <a:ext cx="9040282" cy="505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3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44D52D-29EB-6714-E81C-7FDDF5D91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6" y="786125"/>
            <a:ext cx="11479227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6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DA157F-9EB2-C1DE-C6C8-D77098A22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72" y="628259"/>
            <a:ext cx="9897856" cy="5601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0E8BF-863F-68A6-3203-6216B5B87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64" y="4237955"/>
            <a:ext cx="9392961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38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384DFD-8623-2D17-80E9-F40A7B2A2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794970"/>
            <a:ext cx="9526329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1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2F7E81-6796-C8EA-67EB-AFDC08E5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394864"/>
            <a:ext cx="11079121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42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171662-F4CD-6FEE-4FD5-3232F1177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256732"/>
            <a:ext cx="10955279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91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24604D-7107-4B9C-ECC4-127657F0C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351995"/>
            <a:ext cx="11183911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381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B5CB5F-A577-56FD-3D39-A4BB72FA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390101"/>
            <a:ext cx="11079121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24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B9C1DF-9C41-F992-EF65-C3DB9754A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309127"/>
            <a:ext cx="11126753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4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3F9496-5CCD-4768-CC15-C6B20212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180521"/>
            <a:ext cx="11383964" cy="64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0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789A-A295-ADBB-44D2-98DC7332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to start with FAIR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D1367-8C21-2C38-0A78-26125345E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04461"/>
            <a:ext cx="4691046" cy="3127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725A19-0B52-085A-3C80-04380640F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04" y="2109187"/>
            <a:ext cx="2562088" cy="342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1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527F-418F-BA7A-43C0-0E82D8D6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Metadata matters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40DBA-686A-1C02-2BAF-920A8D1BE19F}"/>
              </a:ext>
            </a:extLst>
          </p:cNvPr>
          <p:cNvSpPr txBox="1"/>
          <p:nvPr/>
        </p:nvSpPr>
        <p:spPr>
          <a:xfrm>
            <a:off x="664234" y="1595220"/>
            <a:ext cx="85897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Meta data gives context to the data</a:t>
            </a:r>
          </a:p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What metadata should be there for you to be able to do your responsibilities?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What metadata should be there if one needs to repeat the experiment?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What metadata should be there if it was someone else’s data you’d like to re-use?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038CBD-1417-E2DE-4A07-818F71249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54" y="4001218"/>
            <a:ext cx="2307746" cy="23077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A862E5-CBF3-9356-F314-858E1FBA73E0}"/>
              </a:ext>
            </a:extLst>
          </p:cNvPr>
          <p:cNvSpPr txBox="1"/>
          <p:nvPr/>
        </p:nvSpPr>
        <p:spPr>
          <a:xfrm>
            <a:off x="3875417" y="6418855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https://www.ibiology.org/techniques/metadata/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DE40B7-6F71-8D06-963C-AD9408519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087" y="3869111"/>
            <a:ext cx="3794158" cy="206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75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2026-797B-62A7-4EF8-6A994A11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815" y="88271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/>
              <a:t>REMBI- </a:t>
            </a:r>
            <a:r>
              <a:rPr lang="en-GB" b="1"/>
              <a:t>REMBI: Recommended Metadata for Biological Images—enabling reuse of microscopy data in biology</a:t>
            </a:r>
            <a:br>
              <a:rPr lang="en-GB" b="1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331F7-5453-F85D-7DF4-4650575FA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944" y="2557793"/>
            <a:ext cx="6875033" cy="38411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043E8E-AF34-E11C-D351-1A44A7B4E179}"/>
              </a:ext>
            </a:extLst>
          </p:cNvPr>
          <p:cNvSpPr txBox="1"/>
          <p:nvPr/>
        </p:nvSpPr>
        <p:spPr>
          <a:xfrm>
            <a:off x="336430" y="6367678"/>
            <a:ext cx="557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https://www.nature.com/articles/s41592-021-01166-8</a:t>
            </a:r>
          </a:p>
        </p:txBody>
      </p:sp>
    </p:spTree>
    <p:extLst>
      <p:ext uri="{BB962C8B-B14F-4D97-AF65-F5344CB8AC3E}">
        <p14:creationId xmlns:p14="http://schemas.microsoft.com/office/powerpoint/2010/main" val="19882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A461D2-BA76-4ED3-500A-E683A9B42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285311"/>
            <a:ext cx="11002911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56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6361-8FBE-1A1E-DEC1-27A59C79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(5 minutes)</a:t>
            </a:r>
            <a:br>
              <a:rPr lang="en-GB" dirty="0"/>
            </a:b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ECA85-9D44-F7FA-8DDF-2A3022072111}"/>
              </a:ext>
            </a:extLst>
          </p:cNvPr>
          <p:cNvSpPr txBox="1"/>
          <p:nvPr/>
        </p:nvSpPr>
        <p:spPr>
          <a:xfrm>
            <a:off x="672997" y="1280784"/>
            <a:ext cx="609456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Can you re-use this or replicate this experiment? </a:t>
            </a:r>
          </a:p>
          <a:p>
            <a:endParaRPr lang="en-GB" sz="2400" dirty="0"/>
          </a:p>
          <a:p>
            <a:r>
              <a:rPr lang="en-GB" sz="2400" dirty="0"/>
              <a:t>What information is missing?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hlinkClick r:id="rId2"/>
              </a:rPr>
              <a:t>https://zenodo.org/records/16618585</a:t>
            </a:r>
            <a:endParaRPr lang="en-GB" dirty="0"/>
          </a:p>
          <a:p>
            <a:endParaRPr lang="en-GB" dirty="0"/>
          </a:p>
          <a:p>
            <a:r>
              <a:rPr lang="en-GB" dirty="0"/>
              <a:t>https://zenodo.org/records/5140334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D1E83E-EF62-A7B8-BC8F-D0BAEF52D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153" y="1280784"/>
            <a:ext cx="2427258" cy="2427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04DBC-E76D-BE13-E5C9-5A912C031B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418" y="4363587"/>
            <a:ext cx="2427258" cy="24272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1D4F0A-88DD-B0BF-9E83-9E0C07152671}"/>
              </a:ext>
            </a:extLst>
          </p:cNvPr>
          <p:cNvSpPr txBox="1"/>
          <p:nvPr/>
        </p:nvSpPr>
        <p:spPr>
          <a:xfrm>
            <a:off x="8425475" y="843240"/>
            <a:ext cx="1004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Group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128FBF-CCED-D148-888C-E96689BCF7B0}"/>
              </a:ext>
            </a:extLst>
          </p:cNvPr>
          <p:cNvSpPr txBox="1"/>
          <p:nvPr/>
        </p:nvSpPr>
        <p:spPr>
          <a:xfrm>
            <a:off x="8411561" y="4038750"/>
            <a:ext cx="1004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Group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E6FAF1-F112-390A-7E83-396CBBBB62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41" y="4363587"/>
            <a:ext cx="4942487" cy="209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32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B30C03-F9AA-C3EE-890B-E76A8C4D6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366285"/>
            <a:ext cx="11098174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8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A8C6F2-7774-273F-C60A-116B10C6B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275785"/>
            <a:ext cx="11260121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6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C057F-5B8C-685A-49C3-236142176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16" y="1423766"/>
            <a:ext cx="9929005" cy="499323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195C3D4-F764-8024-5F79-0CE252293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488"/>
            <a:ext cx="10515600" cy="1325563"/>
          </a:xfrm>
        </p:spPr>
        <p:txBody>
          <a:bodyPr/>
          <a:lstStyle/>
          <a:p>
            <a:r>
              <a:rPr lang="en-GB" dirty="0"/>
              <a:t>https://www.ebi.ac.uk/bioimage-archive/</a:t>
            </a:r>
          </a:p>
        </p:txBody>
      </p:sp>
    </p:spTree>
    <p:extLst>
      <p:ext uri="{BB962C8B-B14F-4D97-AF65-F5344CB8AC3E}">
        <p14:creationId xmlns:p14="http://schemas.microsoft.com/office/powerpoint/2010/main" val="1770636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3024F-4250-D24B-D09C-52847C7A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BioImage</a:t>
            </a:r>
            <a:r>
              <a:rPr lang="en-GB" dirty="0"/>
              <a:t> Archive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72913-3726-4768-D5BC-FCAD9F324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28" y="2050743"/>
            <a:ext cx="4990836" cy="2443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2B94C8-1999-0255-DA67-14C70A88E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607" y="2050743"/>
            <a:ext cx="5951708" cy="2255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DBE7C0-C729-13D7-6587-D98B50400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879" y="4373593"/>
            <a:ext cx="2286000" cy="228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178747-3555-B02A-6A5B-5CCAA9BCEE26}"/>
              </a:ext>
            </a:extLst>
          </p:cNvPr>
          <p:cNvSpPr txBox="1"/>
          <p:nvPr/>
        </p:nvSpPr>
        <p:spPr>
          <a:xfrm>
            <a:off x="2074198" y="4958867"/>
            <a:ext cx="53790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The output is a DOI which is very useful when submitting a paper</a:t>
            </a:r>
          </a:p>
        </p:txBody>
      </p:sp>
    </p:spTree>
    <p:extLst>
      <p:ext uri="{BB962C8B-B14F-4D97-AF65-F5344CB8AC3E}">
        <p14:creationId xmlns:p14="http://schemas.microsoft.com/office/powerpoint/2010/main" val="3361758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FD63CF-C3A6-C30F-6126-9DFE5C1B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Bioimage Archive and AI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F3AA0E-6CA8-42E6-436E-3346A3099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95" y="2340652"/>
            <a:ext cx="6684243" cy="3439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6F02A6-6C53-4C96-965D-57AF22B1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815" y="2655364"/>
            <a:ext cx="4559672" cy="329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41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6CCD8-6135-6A89-932B-4EB264567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"/>
            <a:ext cx="10515600" cy="1325563"/>
          </a:xfrm>
        </p:spPr>
        <p:txBody>
          <a:bodyPr/>
          <a:lstStyle/>
          <a:p>
            <a:r>
              <a:rPr lang="en-GB" dirty="0"/>
              <a:t>Bioimage Archive and data submission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745E59-82C7-44E7-289C-24B9AF02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71" y="1330081"/>
            <a:ext cx="2381776" cy="4535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7B3CCE-0078-A28A-B6B0-2153099F8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166" y="891656"/>
            <a:ext cx="4229183" cy="48248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45F530-1D67-84CB-D01F-7789FBF0B9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701" y="2241231"/>
            <a:ext cx="4366223" cy="32895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A7B6EC-7D48-BD5F-B218-0F10B352D0CD}"/>
              </a:ext>
            </a:extLst>
          </p:cNvPr>
          <p:cNvSpPr txBox="1"/>
          <p:nvPr/>
        </p:nvSpPr>
        <p:spPr>
          <a:xfrm>
            <a:off x="772908" y="6080416"/>
            <a:ext cx="10646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The output is a DOI which is very useful when submitting a paper</a:t>
            </a:r>
          </a:p>
        </p:txBody>
      </p:sp>
    </p:spTree>
    <p:extLst>
      <p:ext uri="{BB962C8B-B14F-4D97-AF65-F5344CB8AC3E}">
        <p14:creationId xmlns:p14="http://schemas.microsoft.com/office/powerpoint/2010/main" val="887218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F63A56-2EB1-769D-BDA2-346B20BFF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61" y="266258"/>
            <a:ext cx="9688277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71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1112D6-D6BF-E791-5E79-F52DBA615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404390"/>
            <a:ext cx="8459381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03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B96668-94A2-DCFD-1FD5-9B42EF36A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34" y="228153"/>
            <a:ext cx="10612331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61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34C33-E871-D7D2-A0BD-C27A6601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about analysis workflows?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0819D-70C3-62C9-249A-14746D0E8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56" y="1475029"/>
            <a:ext cx="10317015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68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CF7155-DF3F-8AE0-758F-4272EF23C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280548"/>
            <a:ext cx="11117226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57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4BE85F9-7555-4B0A-82C6-4454770C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00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So how can I manage my data?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F2347E-E9F2-4209-8652-D263189CF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289"/>
            <a:ext cx="10515600" cy="4265272"/>
          </a:xfrm>
        </p:spPr>
        <p:txBody>
          <a:bodyPr/>
          <a:lstStyle/>
          <a:p>
            <a:r>
              <a:rPr lang="en-GB" dirty="0"/>
              <a:t>Provide resource for data management even for data on NAS boxes as USB Drives (The reality)</a:t>
            </a:r>
          </a:p>
          <a:p>
            <a:r>
              <a:rPr lang="en-GB" dirty="0"/>
              <a:t>Which scales to when more robust systems can be used</a:t>
            </a:r>
          </a:p>
          <a:p>
            <a:r>
              <a:rPr lang="en-GB" dirty="0"/>
              <a:t>That can be used by </a:t>
            </a:r>
            <a:r>
              <a:rPr lang="en-GB" dirty="0" err="1"/>
              <a:t>Pis</a:t>
            </a:r>
            <a:r>
              <a:rPr lang="en-GB" dirty="0"/>
              <a:t>, Postdocs and Students </a:t>
            </a:r>
            <a:r>
              <a:rPr lang="en-GB" b="1" dirty="0"/>
              <a:t>anytime in the data lifecycle </a:t>
            </a:r>
            <a:r>
              <a:rPr lang="en-GB" dirty="0"/>
              <a:t>(including reanalysis of old data)</a:t>
            </a:r>
            <a:endParaRPr lang="en-GB" b="1" dirty="0"/>
          </a:p>
          <a:p>
            <a:r>
              <a:rPr lang="en-GB" dirty="0"/>
              <a:t>Is compatible with the Bioimage Archive (right information)</a:t>
            </a:r>
          </a:p>
        </p:txBody>
      </p:sp>
      <p:pic>
        <p:nvPicPr>
          <p:cNvPr id="5122" name="Picture 2" descr="FAIR Data Services - Euro-BioImaging">
            <a:extLst>
              <a:ext uri="{FF2B5EF4-FFF2-40B4-BE49-F238E27FC236}">
                <a16:creationId xmlns:a16="http://schemas.microsoft.com/office/drawing/2014/main" id="{8339B2FE-C220-4577-A4D7-3A804084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359" y="4385287"/>
            <a:ext cx="409575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etadata to make microscopy images more ...">
            <a:extLst>
              <a:ext uri="{FF2B5EF4-FFF2-40B4-BE49-F238E27FC236}">
                <a16:creationId xmlns:a16="http://schemas.microsoft.com/office/drawing/2014/main" id="{411D6B68-F78C-4C2E-BA31-D611B9D8E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893" y="438528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399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55C2B-9828-429B-B26F-269D02E02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57" y="1531031"/>
            <a:ext cx="7476221" cy="350649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76C9404-F6E6-4669-9DE6-74F4AF74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205468"/>
            <a:ext cx="10515600" cy="1325563"/>
          </a:xfrm>
        </p:spPr>
        <p:txBody>
          <a:bodyPr/>
          <a:lstStyle/>
          <a:p>
            <a:r>
              <a:rPr lang="en-GB" dirty="0"/>
              <a:t>The Solution (high Tech)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207D0-4C6A-456C-812A-AEFA885398B9}"/>
              </a:ext>
            </a:extLst>
          </p:cNvPr>
          <p:cNvSpPr txBox="1"/>
          <p:nvPr/>
        </p:nvSpPr>
        <p:spPr>
          <a:xfrm>
            <a:off x="8215086" y="1531031"/>
            <a:ext cx="348342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Emails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Submitter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Data owner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Data manager</a:t>
            </a:r>
          </a:p>
        </p:txBody>
      </p:sp>
    </p:spTree>
    <p:extLst>
      <p:ext uri="{BB962C8B-B14F-4D97-AF65-F5344CB8AC3E}">
        <p14:creationId xmlns:p14="http://schemas.microsoft.com/office/powerpoint/2010/main" val="302440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D0B2-46DC-43C7-8588-48826A8A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Solution (Low Tech </a:t>
            </a:r>
            <a:r>
              <a:rPr lang="en-GB" dirty="0" err="1"/>
              <a:t>i</a:t>
            </a:r>
            <a:r>
              <a:rPr lang="en-GB" dirty="0"/>
              <a:t>)</a:t>
            </a:r>
          </a:p>
        </p:txBody>
      </p:sp>
      <p:pic>
        <p:nvPicPr>
          <p:cNvPr id="6146" name="Picture 2" descr="What is a network attached storage (NAS ...">
            <a:extLst>
              <a:ext uri="{FF2B5EF4-FFF2-40B4-BE49-F238E27FC236}">
                <a16:creationId xmlns:a16="http://schemas.microsoft.com/office/drawing/2014/main" id="{929B8274-D0E7-4FA9-AD38-A0B3303A3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655" y="1471613"/>
            <a:ext cx="3088313" cy="205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Viking USB Flash Drive USB 2.0 16 GB Black, Silver">
            <a:extLst>
              <a:ext uri="{FF2B5EF4-FFF2-40B4-BE49-F238E27FC236}">
                <a16:creationId xmlns:a16="http://schemas.microsoft.com/office/drawing/2014/main" id="{8E5CFC87-A3A8-4579-84A6-A59C4AA658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0650" y="2533650"/>
            <a:ext cx="1790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41EDF2-C393-43B8-9E9A-7A8798570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9639061" y="3804442"/>
            <a:ext cx="1714739" cy="165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Printed USB Sticks | Twisty Promotional Advertising USB Memory Sticks - Blue (Process Blue)">
            <a:extLst>
              <a:ext uri="{FF2B5EF4-FFF2-40B4-BE49-F238E27FC236}">
                <a16:creationId xmlns:a16="http://schemas.microsoft.com/office/drawing/2014/main" id="{BEA19E3D-90C2-4BBA-92D8-B7E6ADA03D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53050" y="2686050"/>
            <a:ext cx="1790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A8A3F4-DCDD-4591-99F3-76A7DFE1D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594" y="1367764"/>
            <a:ext cx="5965272" cy="412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39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830A-E4E0-4365-8C95-95F3B0A679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The Solution (Low Tech ii)</a:t>
            </a:r>
          </a:p>
        </p:txBody>
      </p:sp>
      <p:pic>
        <p:nvPicPr>
          <p:cNvPr id="3" name="Picture 2" descr="What is a network attached storage (NAS ...">
            <a:extLst>
              <a:ext uri="{FF2B5EF4-FFF2-40B4-BE49-F238E27FC236}">
                <a16:creationId xmlns:a16="http://schemas.microsoft.com/office/drawing/2014/main" id="{6DDA5171-41FA-408F-BF66-1BED136BC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655" y="1471613"/>
            <a:ext cx="3088313" cy="205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Viking USB Flash Drive USB 2.0 16 GB Black, Silver">
            <a:extLst>
              <a:ext uri="{FF2B5EF4-FFF2-40B4-BE49-F238E27FC236}">
                <a16:creationId xmlns:a16="http://schemas.microsoft.com/office/drawing/2014/main" id="{B9EC70DE-A3E3-4322-96BA-AE6BAABD4B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0650" y="2533650"/>
            <a:ext cx="1790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5C50769C-F6D6-4417-9BCD-10FAA5F07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639061" y="3804442"/>
            <a:ext cx="1714739" cy="165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Printed USB Sticks | Twisty Promotional Advertising USB Memory Sticks - Blue (Process Blue)">
            <a:extLst>
              <a:ext uri="{FF2B5EF4-FFF2-40B4-BE49-F238E27FC236}">
                <a16:creationId xmlns:a16="http://schemas.microsoft.com/office/drawing/2014/main" id="{DDC614BA-500A-40BA-AC95-86614D7315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53050" y="2686050"/>
            <a:ext cx="1790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EF5EFF-A853-4BB7-A6B9-D68C18F72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509" y="993648"/>
            <a:ext cx="4360331" cy="446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98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4041-2D41-4C2D-98B3-5A5CE715ADA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/>
              <a:t>BIA compatible data organisation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24935-940D-42CA-A36F-669052954D7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139405" cy="41545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§"/>
              <a:defRPr sz="28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§"/>
              <a:defRPr sz="24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§"/>
              <a:defRPr sz="18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§"/>
              <a:defRPr sz="18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/>
              <a:t>Study: </a:t>
            </a:r>
          </a:p>
          <a:p>
            <a:pPr lvl="1"/>
            <a:r>
              <a:rPr lang="en-GB" sz="1600"/>
              <a:t>Bioimaging Protac Behaviour</a:t>
            </a:r>
          </a:p>
          <a:p>
            <a:r>
              <a:rPr lang="en-GB" sz="2000"/>
              <a:t>Study Component: </a:t>
            </a:r>
          </a:p>
          <a:p>
            <a:pPr lvl="1"/>
            <a:r>
              <a:rPr lang="en-GB" sz="1600"/>
              <a:t>Cell Culture models</a:t>
            </a:r>
          </a:p>
          <a:p>
            <a:r>
              <a:rPr lang="en-GB" sz="2000"/>
              <a:t>Biosample / Specimen: </a:t>
            </a:r>
          </a:p>
          <a:p>
            <a:pPr lvl="1"/>
            <a:r>
              <a:rPr lang="en-GB" sz="1600"/>
              <a:t>Hela Cells</a:t>
            </a:r>
          </a:p>
          <a:p>
            <a:r>
              <a:rPr lang="en-GB" sz="2000"/>
              <a:t>Image acquisition: </a:t>
            </a:r>
          </a:p>
          <a:p>
            <a:pPr lvl="1"/>
            <a:r>
              <a:rPr lang="en-GB" sz="1600"/>
              <a:t>Live epifluorescence imaging </a:t>
            </a:r>
          </a:p>
          <a:p>
            <a:pPr lvl="1"/>
            <a:r>
              <a:rPr lang="en-GB" sz="1600"/>
              <a:t>Confocal Imaging</a:t>
            </a:r>
          </a:p>
          <a:p>
            <a:r>
              <a:rPr lang="en-GB" sz="2000"/>
              <a:t>Image analysis</a:t>
            </a:r>
          </a:p>
          <a:p>
            <a:endParaRPr lang="en-GB"/>
          </a:p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887D17-3E4E-471F-B1CB-68E2A0C58DD5}"/>
              </a:ext>
            </a:extLst>
          </p:cNvPr>
          <p:cNvGrpSpPr/>
          <p:nvPr/>
        </p:nvGrpSpPr>
        <p:grpSpPr>
          <a:xfrm>
            <a:off x="5347335" y="2359850"/>
            <a:ext cx="6617969" cy="3086100"/>
            <a:chOff x="0" y="0"/>
            <a:chExt cx="6618454" cy="3086100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67592EE-303C-42A1-B91E-969F1B3D6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810000" cy="30861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Picture 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6A3D3C0-8A13-40E0-B5B3-49C8756B6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4329" y="0"/>
              <a:ext cx="2524125" cy="1981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B19F781-611C-4FDA-AAA8-6CFC88598894}"/>
                </a:ext>
              </a:extLst>
            </p:cNvPr>
            <p:cNvCxnSpPr/>
            <p:nvPr/>
          </p:nvCxnSpPr>
          <p:spPr>
            <a:xfrm flipV="1">
              <a:off x="3010753" y="305653"/>
              <a:ext cx="1123950" cy="10858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CDF9EB01-4D43-4E3E-AC5B-119C86E0B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7159" y="2361063"/>
              <a:ext cx="2171700" cy="609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7AA6114-7B6A-486A-8904-6E38B13545C3}"/>
                </a:ext>
              </a:extLst>
            </p:cNvPr>
            <p:cNvCxnSpPr/>
            <p:nvPr/>
          </p:nvCxnSpPr>
          <p:spPr>
            <a:xfrm flipV="1">
              <a:off x="2669559" y="2726709"/>
              <a:ext cx="1619250" cy="2571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5577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EB85-04B5-46CC-86C9-6B402F52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39708-3697-497F-84F6-A9FAC6A42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909"/>
            <a:ext cx="10515600" cy="402965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All of the metadata are stored together</a:t>
            </a:r>
          </a:p>
          <a:p>
            <a:r>
              <a:rPr lang="en-GB" dirty="0"/>
              <a:t>REMBI and FAIR compatible</a:t>
            </a:r>
          </a:p>
          <a:p>
            <a:r>
              <a:rPr lang="en-GB" dirty="0"/>
              <a:t>Not dependant on having excellent infrastructure or highly skilled and available IT team</a:t>
            </a:r>
          </a:p>
          <a:p>
            <a:r>
              <a:rPr lang="en-GB" dirty="0"/>
              <a:t>Can be used when importing data into BIA</a:t>
            </a:r>
          </a:p>
          <a:p>
            <a:r>
              <a:rPr lang="en-GB" dirty="0"/>
              <a:t>Easily updated, the form can be added to or resubmitted,</a:t>
            </a:r>
          </a:p>
          <a:p>
            <a:r>
              <a:rPr lang="en-GB" dirty="0"/>
              <a:t>A separate analysis form acknowledges image data can and are often reused</a:t>
            </a:r>
          </a:p>
          <a:p>
            <a:r>
              <a:rPr lang="en-GB" dirty="0"/>
              <a:t>No last minute publication panics</a:t>
            </a:r>
          </a:p>
        </p:txBody>
      </p:sp>
    </p:spTree>
    <p:extLst>
      <p:ext uri="{BB962C8B-B14F-4D97-AF65-F5344CB8AC3E}">
        <p14:creationId xmlns:p14="http://schemas.microsoft.com/office/powerpoint/2010/main" val="409423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3D4010-0504-F0C0-FC97-B92DE17E0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66" y="375811"/>
            <a:ext cx="10879068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02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8CB650-1752-68CA-5099-077986B6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Day-to-day data management</a:t>
            </a:r>
            <a:br>
              <a:rPr lang="en-GB" dirty="0"/>
            </a:b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1D11D6-E88E-5A83-D3BA-EBF3A91D0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762" y="153232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Guidance on practical dos and don’ts</a:t>
            </a:r>
          </a:p>
          <a:p>
            <a:r>
              <a:rPr lang="en-GB" dirty="0"/>
              <a:t>https://www.ebi.ac.uk/training/events/data-management-bioimage-informatics-data-flow/</a:t>
            </a:r>
          </a:p>
          <a:p>
            <a:r>
              <a:rPr lang="en-GB" dirty="0"/>
              <a:t>https://www.ebi.ac.uk/training/events/principles-research-data-management</a:t>
            </a:r>
          </a:p>
          <a:p>
            <a:r>
              <a:rPr lang="en-GB" dirty="0"/>
              <a:t>https://gerbi-gmb.de/i3dbio/i3dbio-rdm/data-management-platforms/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9168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BE91-A39F-4AC1-A09A-12B62586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Acknowledgements + 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E6919-1A42-47BA-98EA-4806EBE2E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997" y="1471922"/>
            <a:ext cx="5159829" cy="3584575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Steve Fox</a:t>
            </a:r>
          </a:p>
          <a:p>
            <a:r>
              <a:rPr lang="en-GB" dirty="0"/>
              <a:t>Laura Murphy</a:t>
            </a:r>
          </a:p>
          <a:p>
            <a:r>
              <a:rPr lang="en-GB" dirty="0"/>
              <a:t>Moni Choudhury</a:t>
            </a:r>
          </a:p>
          <a:p>
            <a:r>
              <a:rPr lang="en-GB" dirty="0"/>
              <a:t>Ewan MacDowell</a:t>
            </a:r>
          </a:p>
          <a:p>
            <a:r>
              <a:rPr lang="en-GB" dirty="0"/>
              <a:t>John Ireland</a:t>
            </a:r>
          </a:p>
          <a:p>
            <a:r>
              <a:rPr lang="en-GB" dirty="0"/>
              <a:t>Andy Law</a:t>
            </a:r>
          </a:p>
          <a:p>
            <a:r>
              <a:rPr lang="en-GB" dirty="0"/>
              <a:t>Anna </a:t>
            </a:r>
            <a:r>
              <a:rPr lang="en-GB" dirty="0" err="1"/>
              <a:t>Raper</a:t>
            </a:r>
            <a:endParaRPr lang="en-GB" dirty="0"/>
          </a:p>
          <a:p>
            <a:r>
              <a:rPr lang="en-GB" dirty="0"/>
              <a:t>Jon Moss</a:t>
            </a:r>
          </a:p>
          <a:p>
            <a:r>
              <a:rPr lang="en-GB" dirty="0"/>
              <a:t>Edinburgh Bioimaging team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79408-D92D-442A-9C4F-FD1950936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610" y="5808774"/>
            <a:ext cx="2086266" cy="65731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79D89-9C45-463E-963D-AB5E865D9AC3}"/>
              </a:ext>
            </a:extLst>
          </p:cNvPr>
          <p:cNvSpPr txBox="1">
            <a:spLocks/>
          </p:cNvSpPr>
          <p:nvPr/>
        </p:nvSpPr>
        <p:spPr>
          <a:xfrm>
            <a:off x="5847826" y="1471921"/>
            <a:ext cx="5357203" cy="358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§"/>
              <a:defRPr sz="28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§"/>
              <a:defRPr sz="24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§"/>
              <a:defRPr sz="18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§"/>
              <a:defRPr sz="1800" kern="120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Ayebuke</a:t>
            </a:r>
            <a:r>
              <a:rPr lang="en-GB" dirty="0"/>
              <a:t> </a:t>
            </a:r>
            <a:r>
              <a:rPr lang="en-GB" dirty="0" err="1"/>
              <a:t>Kupcu</a:t>
            </a:r>
            <a:r>
              <a:rPr lang="en-GB" dirty="0"/>
              <a:t> </a:t>
            </a:r>
            <a:r>
              <a:rPr lang="en-GB" dirty="0" err="1"/>
              <a:t>Yoldas</a:t>
            </a:r>
            <a:endParaRPr lang="en-GB" dirty="0"/>
          </a:p>
          <a:p>
            <a:r>
              <a:rPr lang="en-GB" dirty="0"/>
              <a:t>Matthew Hartley</a:t>
            </a:r>
          </a:p>
          <a:p>
            <a:r>
              <a:rPr lang="en-GB" dirty="0"/>
              <a:t>OME Team</a:t>
            </a:r>
          </a:p>
          <a:p>
            <a:r>
              <a:rPr lang="en-GB" dirty="0" err="1"/>
              <a:t>EuroBioimaging</a:t>
            </a:r>
            <a:r>
              <a:rPr lang="en-GB" dirty="0"/>
              <a:t> Fair Data team</a:t>
            </a:r>
          </a:p>
        </p:txBody>
      </p:sp>
    </p:spTree>
    <p:extLst>
      <p:ext uri="{BB962C8B-B14F-4D97-AF65-F5344CB8AC3E}">
        <p14:creationId xmlns:p14="http://schemas.microsoft.com/office/powerpoint/2010/main" val="2736043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46008-6899-7ECC-1527-62420F77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313890"/>
            <a:ext cx="11117226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670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5D10DF-538D-690D-70D6-1F04A7BDC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81" y="251969"/>
            <a:ext cx="11193437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48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CC154-368F-18B9-0482-EDFB41212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328180"/>
            <a:ext cx="11383964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925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B2307-8A72-3C74-D90A-13F82E9B4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2" y="251969"/>
            <a:ext cx="11222016" cy="6354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9C0AC0-3962-4E86-7B36-8099F1C2E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87" y="532996"/>
            <a:ext cx="11117226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422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6596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7595-5B54-7132-928B-2F6A9316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36" y="83095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What we want to avoid: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companies-are-selling-antibodies-using-faked-validation-data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1F26DA-71EC-BD74-034F-DD04DCDBA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626" y="2585596"/>
            <a:ext cx="7299490" cy="445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512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494</Words>
  <Application>Microsoft Office PowerPoint</Application>
  <PresentationFormat>Widescreen</PresentationFormat>
  <Paragraphs>88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Data management Making Data Fair</vt:lpstr>
      <vt:lpstr>Why Bother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to start with FAIR Data</vt:lpstr>
      <vt:lpstr>Metadata matters</vt:lpstr>
      <vt:lpstr>REMBI- REMBI: Recommended Metadata for Biological Images—enabling reuse of microscopy data in biology </vt:lpstr>
      <vt:lpstr>PowerPoint Presentation</vt:lpstr>
      <vt:lpstr>Exercise (5 minutes) </vt:lpstr>
      <vt:lpstr>PowerPoint Presentation</vt:lpstr>
      <vt:lpstr>PowerPoint Presentation</vt:lpstr>
      <vt:lpstr>https://www.ebi.ac.uk/bioimage-archive/</vt:lpstr>
      <vt:lpstr>The BioImage Archive</vt:lpstr>
      <vt:lpstr>Bioimage Archive and AI models</vt:lpstr>
      <vt:lpstr>Bioimage Archive and data submission</vt:lpstr>
      <vt:lpstr>PowerPoint Presentation</vt:lpstr>
      <vt:lpstr>PowerPoint Presentation</vt:lpstr>
      <vt:lpstr>PowerPoint Presentation</vt:lpstr>
      <vt:lpstr>What about analysis workflows?</vt:lpstr>
      <vt:lpstr>PowerPoint Presentation</vt:lpstr>
      <vt:lpstr>So how can I manage my data?</vt:lpstr>
      <vt:lpstr>The Solution (high Tech)</vt:lpstr>
      <vt:lpstr>The Solution (Low Tech i)</vt:lpstr>
      <vt:lpstr>PowerPoint Presentation</vt:lpstr>
      <vt:lpstr>PowerPoint Presentation</vt:lpstr>
      <vt:lpstr>Advantages</vt:lpstr>
      <vt:lpstr>PowerPoint Presentation</vt:lpstr>
      <vt:lpstr>Day-to-day data management </vt:lpstr>
      <vt:lpstr>Acknowledgements + Thanks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want to avoid:  companies-are-selling-antibodies-using-faked-validation-data</vt:lpstr>
    </vt:vector>
  </TitlesOfParts>
  <Company>University of Edinburgh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 Wheeler</dc:creator>
  <cp:lastModifiedBy>Ann Wheeler</cp:lastModifiedBy>
  <cp:revision>1</cp:revision>
  <dcterms:created xsi:type="dcterms:W3CDTF">2026-09-24T15:13:24Z</dcterms:created>
  <dcterms:modified xsi:type="dcterms:W3CDTF">2026-10-07T12:17:23Z</dcterms:modified>
</cp:coreProperties>
</file>